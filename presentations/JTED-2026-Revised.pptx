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Start, Grow,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Your Government Contracting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 / 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 talk to hundreds ofsmall businesses every week.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8,000+ bootcamp registrations. 49K+ YouTube subscribers.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 / 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Now Let's Talk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The State of Federal Contracting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 / 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$834B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FY2025 Federal Contract Spending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 / 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Largest. Ever.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 / 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28.8%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Went to Small Business = $183.5B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 / 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But the headlines say...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 / 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""1,100 Firms Suspended from 8(a) Program" "SBA Data Call Targets Small Business" "8(a) Program Under Investigation""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 / 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Scary, right?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 / 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Here's what they'reNOT telling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10 / 98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$26B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8(a) Awards in 2025 — ALL-TIME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11 / 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""1,100 firms suspended? That means LESS competition for compliant businesses. The 8(a) program just hit its highest awards EVER. This is the strongest moment in 8(a) history.""</a:t>
            </a:r>
          </a:p>
          <a:p>
            <a:pPr algn="ctr">
              <a:defRPr sz="1600">
                <a:solidFill>
                  <a:srgbClr val="10B981"/>
                </a:solidFill>
              </a:defRPr>
            </a:pPr>
            <a:r>
              <a:t>— Sam Le, GovCon Intelligence (17 years SBA Policy)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12 / 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Real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$26B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8(a) Record Awards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1,100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Firms Removed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Less Competition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Bad actors getting removed = MORE opportunity for compliant small businesses. Stay compliant. Stay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13 / 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Revolutionary FAR Overhaul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14 / 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Rule of Two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is SAFE — FAR (Federal Acquisition Regulation) 19.104-1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15 / 98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Changed for Set-Asides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Set-Aside Type | Before | After | Status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Small Business (Rule of Two) | MUST set aside | MUST set aside | SAFE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8(a) Business Development | Emphasized | "MAY" set aside | CHANGED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HUBZone (Historically Underutilized Business Zone) | Emphasized | "MAY" set aside | CHANGED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SDVOSB (Service-Disabled Veteran-Owned SB) | Emphasized | "MAY" set aside | CHANGED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WOSB (Women-Owned Small Business) | Emphasized | "MAY" set aside |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16 / 98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Rule That ChangedEverything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17 / 98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8(a) Follow-On Rule (FAR 19.108-11)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18 / 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""If you're HUBZone or SDVOSB, doors just opened that were previously locked. Contracts that HAD to go to 8(a) can now come to you.""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19 / 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Thresholds Just Got Better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$15K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Micro-Purchase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$350K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$35M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CAS Exemption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Under $15K = credit card buy. Under $350K = faster process. Under $35M = no expensive accounting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20 / 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""I've talked to contractors who passed on bigger opportunities because they didn't want the CAS headache. That excuse is gone now. The ceiling just got a lot higher.""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21 / 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NDAA FY2026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National Defense Authorization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22 / 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TINA Threshold: $2M → $10M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884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Before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$2M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After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$10M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23 / 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Progressive Design-Build Now Authorized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❌ Lowest price wins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❌ Lock in price before design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❌ Change orders = adversarial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Selected on QUALIFICATIONS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Collaborate during design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Negotiate price AFTER scope is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24 / 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More NDAA Wins for A/E/C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884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Multiyear Contracting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Section 2814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Cost-Plus for Shipyards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Section 2816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25 / 98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DoD Is Desperate to Fix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$33B+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Air Force Backlog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$1.5B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NAVFAC Shipyards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$500M+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Energy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26 / 98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Where the A/E/CMoney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Construction &amp; Engineering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27 / 98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FY2025 → FY2026 Budget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DoD | $848B → $962B | +$113B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DHS | $65B → $107B | +$42B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VA | $160B → $187B | +$27B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If you're doing work for State or HHS, it's time to pivot. The money is moving to defense, veterans, and homeland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28 / 98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$10.4B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U.S. Army Corps of Engineers FY2026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29 / 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USACE (Army Corps of Engineers) — Where the Money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Program | Budget | Opportunity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Civil Works | $7.6B | Flood control, coastal storm damage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Infrastructure (Waterways) | $2.5B | Construction, dredging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Harbor Maintenance | $1.8B | Port infrastructure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Ecosystem Restoration | $1.2B | Environmental engineering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Navigation Channels | $1.1B | Dredging, marine construction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Disaster Recovery | $900M | Rapid-response construction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Dam Safety | $800M | Structural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30 / 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USACE Pain Points = Your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Dam SafetyBacklog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Digital PMBIM/GIS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Design-BuildMandates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PermittingBottlenecks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USACE is desperate for contractors who understand digital delivery. Show up with BIM capability and you're ahead of 80%.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31 / 98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USACE FY2025-2026 Priorities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$2.5B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Inland Waterways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$800M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Dam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$1.2B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Ecosystem Restoration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32 / 98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USACE Jacksonville District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$4B+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Annual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33 / 98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$8.5B+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Naval Facilities Engineering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34 / 98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NAVFAC (Naval Facilities Engineering) — Where the Money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Program | Budget | What's Hot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MILCON (Military Construction) Indo-Pacific | $2.3B | Design-build at Pacific bases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Shipyard Modernization (SIOP) | $1.5B | Dry dock, facility upgrades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Infrastructure Resilience | $1.1B | Climate adaptation, coastal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MACCs (Multiple Award Construction Contracts) | $950M | Facility sustainment, repair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BRAC (Base Realignment &amp; Closure) Cleanup | $800M | Environmental remediation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FSC (Facility Support Contract) Recompetes | $600M | Base operations, maintenance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ESPC (Energy Savings Performance Contracts) | $500M | Solar, microgrids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35 / 98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""NAVFAC is one of the most small-business-friendly commands in DoD. Their MACC program is designed for you.""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$950M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 MACC Task Orders Open for Bidding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36 / 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VA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PACT Act Surge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37 / 98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VA — PACT Act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884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$2.7B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PACT Act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$50B+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Deferred Maintenance Backlog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VA construction has been a mess. They're actively looking for contractors who can help them fix their project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38 / 98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Other A/E/C Opportunities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$33B+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Air Force Infrastructure Backlog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$7B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Coast Guard Shore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$20B+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FEMA Disaster Relief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39 / 98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real game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40 / 98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55%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of federal dollars flow through vehicles — NOT the open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41 / 98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""If you're only searching SAM.gov for 'open' solicitations, you're missing 55% of the opportunity.""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42 / 98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A/E/C Vehicle Numbers (NAICS 236220)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$400M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USACE SavannahSB Design-Build MATOC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$249M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NAVFAC Washington8(a) MACC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$700M+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NAVFAC ActiveSmall Business MACCs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43 / 98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Small Business MATOCs (Multiple Award Task Order Contracts) (NAICS 236220)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Vehicle | Agency | Set-Aside | Ceiling | Task Order Size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Savannah DB MATOC | USACE Savannah | 100% SB | $400M | $5M - $25M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Sacramento MATOC | USACE Sacramento | 100% SB | $99M | $500K - $10M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Omaha SDVOSB MATOC | USACE Omaha | SDVOSB | $99M | $1M - $15M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New England SB MATOC | USACE New England | 100% SB | $90M | $500K - $8M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NAVFAC SE 8(a) MACC | NAVFAC Southeast | 8(a) | $107M | $1M - $20M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NAVFAC Marianas 8(a) | NAVFAC Marianas | 8(a) | $75M | $500K - $10M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These are $1M-$30M company targets. Stop chasing $1B IDIQs — get on these vehicles and build past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44 / 98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Engineering IDIQs Expiring 2026 (NAICS 541330)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Contract # | Agency | Incumbent | Value | Expires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DEEE0008029 | DOE Golden Field | CEG Solutions | $55B | Apr 2026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DEEE0008034 | DOE Golden Field | Energy Systems Group | $55B | Apr 2026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HQ072716D0001 | Defense Microelectronics | Lockheed Martin | $17.5B | Mar 2026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70B04C19D00000046 | DHS IT Contracting | CACI Federal | $3B | May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Air Force RAES — $3.4B A/E MATOC. 5 small business slots. Awards Aug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45 / 98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Heavy/Civil Construction Expiring 2026 (NAICS 237xxx)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Contract # | Agency | Incumbent | Value | Expires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N6247325D5203 | NAVFAC Southwest | A&amp;R Pacific-Garney JV | $249M | Dec 2026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W912DQ21D1001 | USACE Kansas City | Dubuque Barge &amp; Fleet | $99.5M | Sep 2026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W912HY24D0003 | USACE Galveston | Great Lakes Dredge | $98M | Dec 2026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W912EP21A0008 | USACE Jacksonville | Gale Construction | $25M | Jun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Forgen-Ahtna JV won small business slot. Horizontal construction, dredging, flood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46 / 98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Partner with primes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They're building teams for these recompetes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47 / 98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to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What I see working every single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48 / 98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Don't Sleep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49 / 98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SAT (Simplified Acquisition Threshold)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$350K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Max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Vendors Solicited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21-45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Days to Award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Win 10 SAT contracts and you have the past performance to compete for the big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50 / 98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Top SAT Agencies (NAICS 236220)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# | Agency | Why They Matter | SAT Volume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1 | GSA (General Services Administration) | Federal building repairs, tenant improvements | $142M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2 | VA (Veterans Affairs) | Hospital renovations, clinic buildouts | $103M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3 | DOI (Dept of Interior) | National parks, BLM facilities, tribal projects | $57M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4 | HHS (Health &amp; Human Services) | CDC, NIH, IHS facility maintenance | $53M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5 | USDA (Agriculture) | Forest Service, rural development projects | $36M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Civilian agencies award MORE SAT construction than DoD sub-agencies. Don't sleep on GSA, VA, and Interior.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51 / 98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""The contractor who shapes the requirement wins the contract. Don't be passive — go in EARLY. By the time the RFP drops, you should already know what's in it.""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52 / 98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Teaming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53 / 98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70%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MACC Task Orders Use Subs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54 / 98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Two Companies.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55 / 98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56 / 98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""Most small businesses keep BD separate from operations. That's a mistake. Your best lead generators are the people doing the work.""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57 / 98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Business Case for BD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Your ops people know the customer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They understand your delivery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Retention beats recruitment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Cross-functional teams win more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BD Manager | $85K–$130K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Capture Manager | $95K–$145K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Market Research Analyst | $80K–$135K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58 / 98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👁️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If They Can't Find You, They Can't Buy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59 /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Agencies Are Saying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""Our biggest problem isn't finding contracts. It's finding qualified small businesses who can actually do the work.""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You don't have a qualification problem. You have a visibility problem. And that's fixable.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60 / 98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LinkedIn vs SEO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61 / 98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62 / 98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110K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LinkedIn impressions in 7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63 / 98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This Is What Consistency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64 / 98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LinkedIn Strategy That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Share Your Wins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Comment on Agency Posts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Publish Thought Leadership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Engage with Primes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I've seen small businesses get on Sources Sought lists because a CO saw their LinkedIn post. Being invisible and hoping contracts find you doesn't work — COs Google you before they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65 / 98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2E8F0"/>
                </a:solidFill>
              </a:defRPr>
            </a:pPr>
            <a:r>
              <a:t>""The contractors winning right now are visible. They're not hiding behind their capability statements.""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66 / 98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Facts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4114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+$113B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DoD Budget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$35M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CAS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$26B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8(a)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✓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Rule of Two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67 / 98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Early Engagement is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Monitor Forecasts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Request 1-on-1s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Respond to Sources Sought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Build SBLO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68 / 98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Set Up SAM.gov Alerts (Free)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Your NAICS Codes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Your State/Region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Target Agencies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Sources Sought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90% of small businesses don't have SAM alerts set up. That's free intel delivered to your inbox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69 / 98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Track Recompetes (12-18 Months 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USASpending.gov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Identify Incumbents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Build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The best contracts are won 12-18 months before the solicitation. If you're waiting for SAM.gov, you're already 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70 / 98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question isn't whetherthe opportunity exists.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71 / 98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Artificial Intelligence for Market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72 / 98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 Is Driving Construction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Data centers need builders — federal agencies are paying 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$88B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 data center projectsstarting in next 6 months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190%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year-over-year increasein construction spending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76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major projectsbreaking ground in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Virginia $15B • Louisiana $15B • Mississippi $14B • Texas $13B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73 / 98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do I stay ahead ofthousands of opportunities?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74 / 98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Beyond SAM.gov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eBuy • DIBBS • SeaPort • FedConnect • PIEE • Agency Sites...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85+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Federal Procurement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75 / 98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Do You Track 250 Agenciesand Thousands of Opportunities?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The data is scattered. Priorities shift. Budgets 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76 / 98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 I Built a Federal Intelligence Database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4114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250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Federal Agencies&amp; Sub-Agencies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2,765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Agency Pain PointsDocumented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2,500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Strategic Prioritieswith Budget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2743200"/>
            <a:ext cx="22860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2,768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Prime ContractorsMapped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5,265+ actionable insights with fiscal year budgets (FY2024-2027)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77 / 98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Where Does This Data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NDAA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GAO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OMB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Executive Orders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NIST/CISA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USASpending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SAM.gov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Agency OIGs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CBO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Federal Register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Eric's Take: AI scans these sources daily and updates agency intelligence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78 / 98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This Delivers To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Every Day.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79 / 98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AI Delivers Every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80 / 98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81 / 98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Get visible (SAM.gov, LinkedIn)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Get certified (8(a), SDVOSB, HUBZone)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Fix your capability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82 / 98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Win SAT contracts ($350K)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Sub to primes (build past perf)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Use AI to free up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83 / 98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Get on contract vehicles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Chase task orders (55% of spend)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✓ Team strategically for recompetes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84 / 98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Your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85 / 98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Review your certifications — 8(a) to HUBZone flexibility is real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Start CMMC assessment — Don't wait for the RFP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Get on contract vehicles — MACCs, SeaPort, MATOC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86 / 98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Engage early — Tomorrow's win starts with today's relationship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Use AI — Free up time for business development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Be visible — LinkedIn, industry events, agency outreach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87 / 98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Low Hanging Fruit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88 / 98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bar has never been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89 / 98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90 / 98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 what you sayyou're going to 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91 / 98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Show up on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92 / 98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Deliver excellence.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93 / 98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Communicate oftenand thoroughly.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In person. In writing.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94 / 98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 known as a personwho gets things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10B981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95 / 98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Before you leave today: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for teaming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96 / 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Download the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97 / 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Now go meet 3 primes before you leave.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217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98 / 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